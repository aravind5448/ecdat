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8" r:id="rId4"/>
    <p:sldId id="296" r:id="rId5"/>
    <p:sldId id="294" r:id="rId6"/>
    <p:sldId id="299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CEF7A4-D950-4C4D-BFE2-A3A0ED1EB49C}">
          <p14:sldIdLst>
            <p14:sldId id="291"/>
            <p14:sldId id="281"/>
            <p14:sldId id="298"/>
            <p14:sldId id="296"/>
            <p14:sldId id="294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64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thilKumar S" userId="0b7964aafacb7c5e" providerId="LiveId" clId="{7A5B8776-BF0C-4AB7-850B-D32B4BE265C2}"/>
    <pc:docChg chg="undo custSel modSld">
      <pc:chgData name="SenthilKumar S" userId="0b7964aafacb7c5e" providerId="LiveId" clId="{7A5B8776-BF0C-4AB7-850B-D32B4BE265C2}" dt="2026-08-31T09:22:35.407" v="21" actId="20577"/>
      <pc:docMkLst>
        <pc:docMk/>
      </pc:docMkLst>
      <pc:sldChg chg="modSp mod">
        <pc:chgData name="SenthilKumar S" userId="0b7964aafacb7c5e" providerId="LiveId" clId="{7A5B8776-BF0C-4AB7-850B-D32B4BE265C2}" dt="2026-08-31T09:22:20.598" v="2" actId="6549"/>
        <pc:sldMkLst>
          <pc:docMk/>
          <pc:sldMk cId="0" sldId="291"/>
        </pc:sldMkLst>
        <pc:spChg chg="mod">
          <ac:chgData name="SenthilKumar S" userId="0b7964aafacb7c5e" providerId="LiveId" clId="{7A5B8776-BF0C-4AB7-850B-D32B4BE265C2}" dt="2026-08-31T09:22:20.598" v="2" actId="6549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 mod">
        <pc:chgData name="SenthilKumar S" userId="0b7964aafacb7c5e" providerId="LiveId" clId="{7A5B8776-BF0C-4AB7-850B-D32B4BE265C2}" dt="2026-08-31T09:22:35.407" v="21" actId="20577"/>
        <pc:sldMkLst>
          <pc:docMk/>
          <pc:sldMk cId="2997144140" sldId="294"/>
        </pc:sldMkLst>
        <pc:spChg chg="add del mod">
          <ac:chgData name="SenthilKumar S" userId="0b7964aafacb7c5e" providerId="LiveId" clId="{7A5B8776-BF0C-4AB7-850B-D32B4BE265C2}" dt="2026-08-31T09:22:35.407" v="21" actId="20577"/>
          <ac:spMkLst>
            <pc:docMk/>
            <pc:sldMk cId="2997144140" sldId="294"/>
            <ac:spMk id="3" creationId="{F7453D47-C1AF-91F7-8A75-4E9E4858F3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00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278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9021261" cy="250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  <a:cs typeface="Arial" panose="020B0604020202020204" pitchFamily="34" charset="0"/>
              </a:rPr>
              <a:t>Problem Statement ID –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  <a:cs typeface="Arial" panose="020B0604020202020204" pitchFamily="34" charset="0"/>
              </a:rPr>
              <a:t>PS Category Software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275B07-C12D-4AB6-C166-9281A4729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592" y="80825"/>
            <a:ext cx="2234122" cy="138874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24421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919169" y="0"/>
            <a:ext cx="10972800" cy="1143000"/>
          </a:xfrm>
        </p:spPr>
        <p:txBody>
          <a:bodyPr/>
          <a:lstStyle/>
          <a:p>
            <a:pPr eaLnBrk="1" hangingPunct="1"/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FD737E7C-6E0E-4B08-9E9D-6130C95211A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61532"/>
            <a:ext cx="155531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Name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CC9507-B96B-7C26-550B-B66AF2FDA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592" y="80825"/>
            <a:ext cx="2234122" cy="1388745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316A7AD-50C0-89D4-D4CF-BAAED37CFD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4E656FB-644C-EA29-7AC8-92A8DE4FE4A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61A97E0E-D3FF-80F2-7B39-C7B2290986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61532"/>
            <a:ext cx="155531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Name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59F674E-DCD7-051E-05E2-BFCC404FD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C2A9F0-B3E6-42A5-E4A5-7A503DE77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221" y="-106859"/>
            <a:ext cx="2234122" cy="138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1608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E37583FB-3EA8-8E3E-7F27-23EF236A71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61532"/>
            <a:ext cx="155531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Name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9B08EA-961D-B946-2A9C-4A3743434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592" y="80825"/>
            <a:ext cx="2234122" cy="138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7453D47-C1AF-91F7-8A75-4E9E4858F3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61532"/>
            <a:ext cx="155531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Name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9C6D2B-BBB7-509F-636A-69C8DA624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364" y="-170498"/>
            <a:ext cx="2234122" cy="138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REFERNENCES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B4CB1E-8738-178C-F727-B4CD2304ECAE}"/>
              </a:ext>
            </a:extLst>
          </p:cNvPr>
          <p:cNvSpPr txBox="1"/>
          <p:nvPr/>
        </p:nvSpPr>
        <p:spPr>
          <a:xfrm>
            <a:off x="293915" y="1402466"/>
            <a:ext cx="1153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b="0" i="0" dirty="0">
                <a:solidFill>
                  <a:srgbClr val="111111"/>
                </a:solidFill>
                <a:effectLst/>
                <a:latin typeface="var(--nova-font-family-sans-serif)"/>
              </a:rPr>
            </a:br>
            <a:endParaRPr lang="en-IN" dirty="0"/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7453D47-C1AF-91F7-8A75-4E9E4858F3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61532"/>
            <a:ext cx="155531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Name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AEDC6-1818-1CA6-DBCF-703200911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221" y="-106859"/>
            <a:ext cx="2234122" cy="138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8520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8017</TotalTime>
  <Words>74</Words>
  <Application>Microsoft Office PowerPoint</Application>
  <PresentationFormat>Widescreen</PresentationFormat>
  <Paragraphs>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var(--nova-font-family-sans-serif)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AND REFERNENCES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SenthilKumar S</cp:lastModifiedBy>
  <cp:revision>163</cp:revision>
  <dcterms:created xsi:type="dcterms:W3CDTF">2013-12-12T18:46:50Z</dcterms:created>
  <dcterms:modified xsi:type="dcterms:W3CDTF">2026-08-31T09:24:04Z</dcterms:modified>
  <cp:category/>
</cp:coreProperties>
</file>